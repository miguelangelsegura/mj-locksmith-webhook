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5568" y="62179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2468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Playbook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566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turn locksmiths into customers — find them, call them, follow up, close, and get them live.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779008"/>
            <a:ext cx="365760" cy="365760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779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5779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6345936"/>
            <a:ext cx="365760" cy="365760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345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6345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6912864"/>
            <a:ext cx="365760" cy="365760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912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6912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7479792"/>
            <a:ext cx="365760" cy="365760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7479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7479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9326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sales motion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stages. Each has one job: move the prospect to the next stage.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41832" y="22860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9" name="Text 6"/>
          <p:cNvSpPr/>
          <p:nvPr/>
        </p:nvSpPr>
        <p:spPr>
          <a:xfrm>
            <a:off x="9418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08760" y="2551176"/>
            <a:ext cx="749808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12" name="Shape 9"/>
          <p:cNvSpPr/>
          <p:nvPr/>
        </p:nvSpPr>
        <p:spPr>
          <a:xfrm>
            <a:off x="2276856" y="22860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13" name="Text 10"/>
          <p:cNvSpPr/>
          <p:nvPr/>
        </p:nvSpPr>
        <p:spPr>
          <a:xfrm>
            <a:off x="227685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83664" y="29260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43784" y="2551176"/>
            <a:ext cx="749808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611880" y="22860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18688" y="29260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78808" y="2551176"/>
            <a:ext cx="749808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20" name="Shape 17"/>
          <p:cNvSpPr/>
          <p:nvPr/>
        </p:nvSpPr>
        <p:spPr>
          <a:xfrm>
            <a:off x="4946904" y="22860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21" name="Text 18"/>
          <p:cNvSpPr/>
          <p:nvPr/>
        </p:nvSpPr>
        <p:spPr>
          <a:xfrm>
            <a:off x="494690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53712" y="29260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13832" y="2551176"/>
            <a:ext cx="749808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1928" y="22860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25" name="Text 22"/>
          <p:cNvSpPr/>
          <p:nvPr/>
        </p:nvSpPr>
        <p:spPr>
          <a:xfrm>
            <a:off x="628192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888736" y="292608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41148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goal per stage — always advance to the next.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their pain (missed, after-hours calls), not features.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 always: only published-email consent, footer on every email, honor opt-outs.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prospect's stage and outcome.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 call sells the demo; the demo sells the service.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160520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we use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160520" y="41148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— the /locksmith-outreach skill + outreach/contacted.csv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— Calendly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— the demo deck + one-page brochure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— the admin tool (admin-ui → admin API)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Legitimacy — the dispango.com website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of 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prospects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616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2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steady list of locksmith shops worth calling.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city or region — start local and Canadian.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Google Maps + directories for shop names (search alone misses locals).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each shop's own site; grab phone, published email, hours, services.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to the sheet; dedup by domain and email.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24/7, emergency, mobile, owner-run shops.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3127248"/>
            <a:ext cx="3108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/locksmith-outreach skill to find shops and draft emails.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CASL: only use a conspicuously published email — never guess info@.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one hook per shop (their after-hours claims, reviews).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batch before you start dialing — volume matters.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7955280"/>
            <a:ext cx="6675120" cy="1600200"/>
          </a:xfrm>
          <a:prstGeom prst="roundRect">
            <a:avLst>
              <a:gd name="adj" fmla="val 5714"/>
            </a:avLst>
          </a:prstGeom>
          <a:solidFill>
            <a:srgbClr val="0C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156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8138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8503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/locksmith-outreach finds shops by city, grabs their published email, and creates CASL-compliant Gmail drafts. The dedup ledger is outreach/contacted.csv — reruns never double-contact.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of 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616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2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15-minute demo. Nothing more.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during work hours; avoid the obvious emergency rush.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your name and the pain you solve, not the product.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 'When someone's locked out at 2am, do they leave a voicemail?'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line: AI answers, captures the job, texts you the lead — 24/7.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demo and book it live on Calendly.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3127248"/>
            <a:ext cx="3108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call's only goal is the demo — don't over-explain.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their pain; features come in the demo.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the Calendly link open and book on the call.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the outcome: booked / call back / not interested / no answer.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7955280"/>
            <a:ext cx="6675120" cy="1600200"/>
          </a:xfrm>
          <a:prstGeom prst="roundRect">
            <a:avLst>
              <a:gd name="adj" fmla="val 5714"/>
            </a:avLst>
          </a:prstGeom>
          <a:solidFill>
            <a:srgbClr val="0C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156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8138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Opener script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8503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 [name], it's [you] with Dispango. Quick one — when you're on a job or it's after hours and a call comes in, what happens to it right now?”  …  “That's exactly what we fix. Can I show you in 15 minutes how it'd answer your number — does Thursday or Friday work?”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of 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 (missed call)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616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2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 when the cold call didn't land.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day: a short voicemail — who you are, 'I'll text you the details.'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after: SMS or email with the one-liner, Calendly link, and brochure.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2-3: second touch, a new angle (a stat or the lead-text example).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5-7: the breakup — 'should I close your file?'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after 3-4 touches; mark the status.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3127248"/>
            <a:ext cx="3108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the missed call ('tried you earlier today').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one-page brochure PDF.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email carries the CASL footer; honor opt-outs immediately.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the touches — persistent, not spammy.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7955280"/>
            <a:ext cx="6675120" cy="1600200"/>
          </a:xfrm>
          <a:prstGeom prst="roundRect">
            <a:avLst>
              <a:gd name="adj" fmla="val 5714"/>
            </a:avLst>
          </a:prstGeom>
          <a:solidFill>
            <a:srgbClr val="0C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156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8138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8503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sales/Dispango-brochure.pdf and send the Calendly link. Every commercial email must include the CASL footer: sender identity, a physical mailing address, and a working unsubscribe.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of 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616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2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demo into a yes.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demo deck; tailor it to the pain they named.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lead-text example — that's the 'aha'.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pricing simply; anchor on the value, not the cost.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trial demo on their own number.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close: 'Want me to set you up today?'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onboarding step before you hang up.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3127248"/>
            <a:ext cx="3108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discount on reflex — sell the cost of a missed job.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'Sounds like a robot?' — it's a natural voice; most don't notice.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answer my own calls' — it only steps in when you can't.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'Too complicated?' — we set it up; you're live in a day.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7955280"/>
            <a:ext cx="6675120" cy="1600200"/>
          </a:xfrm>
          <a:prstGeom prst="roundRect">
            <a:avLst>
              <a:gd name="adj" fmla="val 5714"/>
            </a:avLst>
          </a:prstGeom>
          <a:solidFill>
            <a:srgbClr val="0C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156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8138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anchor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8503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after-hours lockout is usually $150-$250. The plan pays for itself the first job you'd otherwise have missed.”  Then stop talking and let them react.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of 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737360"/>
            <a:ext cx="616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2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them live and getting leads the same day.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Collect: business and agent name, inbound number, dispatch phone, hours.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client in the admin tool (it validates the number).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'Send test SMS' to confirm the dispatch phone receives texts.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them forward busy/no-answer calls to the Dispango number.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test call; confirm the lead text arrives.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go-live; book a check-in for day 3-5.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3127248"/>
            <a:ext cx="3108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admin UI — never raw SQL (it broke prod twice).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in E.164 (+1…); business/agent name feed the greeting.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number doesn't change — only call forwarding does.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 real test call before you call it done.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7955280"/>
            <a:ext cx="6675120" cy="1600200"/>
          </a:xfrm>
          <a:prstGeom prst="roundRect">
            <a:avLst>
              <a:gd name="adj" fmla="val 5714"/>
            </a:avLst>
          </a:prstGeom>
          <a:solidFill>
            <a:srgbClr val="0C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156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8138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85039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tool (admin-ui page → admin API): create the client, send a test SMS, toggle active. Onboarding done = a correct clients row plus call forwarding set on their line.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Sales Playbook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46320" y="438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&amp; metrics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675120" cy="12802"/>
          </a:xfrm>
          <a:prstGeom prst="rect">
            <a:avLst/>
          </a:prstGeom>
          <a:solidFill>
            <a:srgbClr val="E7EDF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on a rhythm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246120" cy="3108960"/>
          </a:xfrm>
          <a:prstGeom prst="roundRect">
            <a:avLst>
              <a:gd name="adj" fmla="val 3529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rhythm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— build/refresh the prospect list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Tue-Thu — cold-call blocks (aim for volume)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— work the follow-up queue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Wed-Fri — run booked demos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— onboard closes, review the funnel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69080" y="1783080"/>
            <a:ext cx="3154680" cy="3108960"/>
          </a:xfrm>
          <a:prstGeom prst="roundRect">
            <a:avLst>
              <a:gd name="adj" fmla="val 3529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to track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43400" y="246888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built  →  calls made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 →  demos booked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 →  demos held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 →  closed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 →  onboarded (time-to-live)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0C17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that matters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68756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booked per week. Everything upstream (lists, calls, follow-ups) exists to grow it; everything downstream (close, onboard) converts it. Review it every Friday.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2026-06-26T11:38:46Z</dcterms:created>
  <dcterms:modified xsi:type="dcterms:W3CDTF">2026-06-26T11:38:46Z</dcterms:modified>
</cp:coreProperties>
</file>