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open. 'Thanks for the time — in the next 15 minutes I'll show you exactly how Dispango answers the calls you're missing and turns them into texted leads.' Confirm their name/shop and that they do emergency/after-hours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visceral: 'When someone's locked out at 2am, do they leave a voicemail and wait? No — they call the next number.' Ask: 'Roughly how many calls a week do you think you miss after hours or when you're on a job?' Let them say the number — it sells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— the contrast. Point left, then right: 'Right now an after-hours call does this. With Dispango, the exact same call does this.' Same call, opposite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one-liner. Say it slowly. 'It's not voicemail and it's not a call centre — it's an AI that actually has the conversation and hands you a ready-to-work lead.' Then transition: 'Here's how it works.'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right, one sentence each. Emphasise step 3 — 'in seconds' — and step 4, the memory: 'A repeat customer calls and it already knows them. That's the kind of service that keeps people off Google next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'aha' slide — let it land. 'That text arrived 8 seconds after the call ended, at 2am, while you were asleep. You wake up, see a real job with an address, and call Marcus back before your competitor's voicemail even gets checked.'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all six — hit the two that matched their pain from slide 2. If they said after-hours, lead with 'catch every lead.' If they worried about robots, lead with 'sounds human.' Make it about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ROI slide. 'You're not buying software — you're buying back jobs you're already losing. Catch two a month and it's paid for; everything after is money you weren't seeing.' Tie to the number they gave you on the problem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PRICE — set $XXX before any real call. Anchor on value, not cost: 'One after-hours lockout is usually $150–$250. The plan pays for itself the first job you'd have otherwise missed.' Then go quiet and let them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Replaces fabricated testimonials — never fake social proof. Risk-reversal + live proof are the strongest pre-launch trust levers. On a call, actually dial the demo line on speaker and let them hear it. Swap in a real customer quote/screenshot here once you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#1 objection — 'this sounds complicated.' It isn't. 'We do the setup, you flip one forwarding setting, and you're getting leads the same day. Your number and your workflow don't change.'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clear next step: 'I'll set you up with a quick trial so you can hear it answer your own number.' Confirm the follow-up and put time on the calendar before you hang up. Replace contact details on this slide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0068" y="1417320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1371600" y="361188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receptionist that answers every call your shop misses.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371600" y="4343400"/>
            <a:ext cx="94484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locksmiths  ·  24/7 call answering &amp; instant lead dispatch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missed call is a job that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went to someone else.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65176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Locksmith calls are urgent — lockouts, break-ins, lost keys. They come after hours and while you're already on a job. Callers rarely leave a voicemail. They just dial the next shop on Google.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8368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in 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72084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are after-hours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mid-job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45820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5820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59536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jobs/week a busy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misses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332720" y="2514600"/>
            <a:ext cx="1783080" cy="2057400"/>
          </a:xfrm>
          <a:prstGeom prst="roundRect">
            <a:avLst>
              <a:gd name="adj" fmla="val 615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332720" y="2880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10469880" y="379476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voicemails callers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is who answers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33172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FBF1EF"/>
          </a:solidFill>
          <a:ln w="12700">
            <a:solidFill>
              <a:srgbClr val="F0D9D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Dispango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5156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3291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rings out or hits voicemail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3950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08760" y="39502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caller won't wait — they dial the next shop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51560" y="460857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508760" y="4608576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job, and the customer, is gone for good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51560" y="52669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5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508760" y="5266944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answering service just takes a message, and bills per call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63640" y="233172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EEF3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1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Dispango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675120" y="3291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32320" y="3291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Answered in your shop's name, 24/7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675120" y="3950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132320" y="39502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is captured in a natural conversation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75120" y="460857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132320" y="4608576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lead is texted to you in seconds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675120" y="526694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A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32320" y="5266944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call back a warm lead — and win it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6B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Dispango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2788920"/>
            <a:ext cx="9692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receptionist that answers in a natural voice, captures the job, and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 the lead to your phone in seconds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24/7, even when your hands are full.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receptionist that never sleeps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62656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4231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932688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comes in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32688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busy or it's after hours, Dispango answers your number.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401568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721608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296265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84648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3694176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gathers the job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3694176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voice — name, location, the problem, how urgent it is.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63056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83096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2962656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946136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5"/>
          <p:cNvSpPr/>
          <p:nvPr/>
        </p:nvSpPr>
        <p:spPr>
          <a:xfrm>
            <a:off x="6455664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a text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55664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lead lands on your phone in seconds. Call back or roll out.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8924544" y="2468880"/>
            <a:ext cx="2560320" cy="2926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2788920"/>
            <a:ext cx="713232" cy="713232"/>
          </a:xfrm>
          <a:prstGeom prst="ellipse">
            <a:avLst/>
          </a:prstGeom>
          <a:solidFill>
            <a:srgbClr val="EEF3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2962656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707624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7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7" name="Text 20"/>
          <p:cNvSpPr/>
          <p:nvPr/>
        </p:nvSpPr>
        <p:spPr>
          <a:xfrm>
            <a:off x="9217152" y="3657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remembers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9217152" y="41148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callers are greeted by name. No re-explaining the job.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what lands on your phone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dashboard to check, no app to learn. Just a text with everything you need to win the job.</a:t>
            </a:r>
            <a:endParaRPr lang="en-US" sz="1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Who's calling and their number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4069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are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1772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job is and how urgent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12064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5074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summary in plain English</a:t>
            </a:r>
            <a:endParaRPr lang="en-US" sz="1500" dirty="0"/>
          </a:p>
        </p:txBody>
      </p:sp>
      <p:sp>
        <p:nvSpPr>
          <p:cNvPr id="14" name="Shape 7"/>
          <p:cNvSpPr/>
          <p:nvPr/>
        </p:nvSpPr>
        <p:spPr>
          <a:xfrm>
            <a:off x="7680960" y="1417320"/>
            <a:ext cx="3108960" cy="4937760"/>
          </a:xfrm>
          <a:prstGeom prst="roundRect">
            <a:avLst>
              <a:gd name="adj" fmla="val 10294"/>
            </a:avLst>
          </a:prstGeom>
          <a:solidFill>
            <a:srgbClr val="0A1320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5" name="Shape 8"/>
          <p:cNvSpPr/>
          <p:nvPr/>
        </p:nvSpPr>
        <p:spPr>
          <a:xfrm>
            <a:off x="7845552" y="1581912"/>
            <a:ext cx="2779776" cy="4608576"/>
          </a:xfrm>
          <a:prstGeom prst="roundRect">
            <a:avLst>
              <a:gd name="adj" fmla="val 7237"/>
            </a:avLst>
          </a:prstGeom>
          <a:solidFill>
            <a:srgbClr val="0E1A2B"/>
          </a:solidFill>
          <a:ln/>
        </p:spPr>
      </p:sp>
      <p:sp>
        <p:nvSpPr>
          <p:cNvPr id="16" name="Shape 9"/>
          <p:cNvSpPr/>
          <p:nvPr/>
        </p:nvSpPr>
        <p:spPr>
          <a:xfrm>
            <a:off x="8065008" y="1874520"/>
            <a:ext cx="2340864" cy="914400"/>
          </a:xfrm>
          <a:prstGeom prst="roundRect">
            <a:avLst>
              <a:gd name="adj" fmla="val 12000"/>
            </a:avLst>
          </a:prstGeom>
          <a:solidFill>
            <a:srgbClr val="152538"/>
          </a:solidFill>
          <a:ln/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2075688"/>
            <a:ext cx="292608" cy="29260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41080" y="1965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call · 2:14 AM</a:t>
            </a:r>
            <a:endParaRPr lang="en-US" sz="900" dirty="0"/>
          </a:p>
        </p:txBody>
      </p:sp>
      <p:sp>
        <p:nvSpPr>
          <p:cNvPr id="19" name="Text 11"/>
          <p:cNvSpPr/>
          <p:nvPr/>
        </p:nvSpPr>
        <p:spPr>
          <a:xfrm>
            <a:off x="8641080" y="2258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E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(416) 555-0142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8065008" y="3017520"/>
            <a:ext cx="2340864" cy="2788920"/>
          </a:xfrm>
          <a:prstGeom prst="roundRect">
            <a:avLst>
              <a:gd name="adj" fmla="val 5469"/>
            </a:avLst>
          </a:prstGeom>
          <a:solidFill>
            <a:srgbClr val="1B3050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3200400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54964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A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8247888" y="35661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— car lockout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back: (416) 555-0142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Queen St W &amp; Bathurst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 Marcus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F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 keys locked in running car, toddler inside.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locksmiths choose Dispango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611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770632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9164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every lead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69164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at 2am, on a job, or while driving — without picking up.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4340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9943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277063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your number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539496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number already on your truck and your ads.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046720" y="23317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02752" y="262432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2770632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98280" y="25877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human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09828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natural voice that asks the right questions, not a robot.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4008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9611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55371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9164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the junk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69164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numbers and robocalls handled — you only hear real jobs.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34340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59943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4553712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39496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than a service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539496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monthly rate. No per-minute operators, no voicemail tag.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046720" y="41148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302752" y="4407408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9056" y="455371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098280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a day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9098280" y="4754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handle setup. Forward your calls and leads start arriving.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caught job pays for the month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doesn't have to catch every call — just a few you'd have lost. The math works on the first one.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$150–$250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91440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of one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after-hours lockout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3484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jobs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452628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is all it takes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for itself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306324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0" y="3429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8138160" y="43891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profit you were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losing to voicemail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flat monthly pricing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per-call charges. No long contracts. One predictable price — and a single missed job usually covers the month.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70332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3657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your calls 24/7</a:t>
            </a:r>
            <a:endParaRPr lang="en-US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4160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&amp; texts every lead</a:t>
            </a:r>
            <a:endParaRPr lang="en-US" sz="14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916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46634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Returning-caller memory</a:t>
            </a:r>
            <a:endParaRPr lang="en-US" sz="14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1208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5166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support included</a:t>
            </a:r>
            <a:endParaRPr lang="en-US" sz="1450" dirty="0"/>
          </a:p>
        </p:txBody>
      </p:sp>
      <p:sp>
        <p:nvSpPr>
          <p:cNvPr id="14" name="Shape 7"/>
          <p:cNvSpPr/>
          <p:nvPr/>
        </p:nvSpPr>
        <p:spPr>
          <a:xfrm>
            <a:off x="7315200" y="2194560"/>
            <a:ext cx="3840480" cy="3566160"/>
          </a:xfrm>
          <a:prstGeom prst="roundRect">
            <a:avLst>
              <a:gd name="adj" fmla="val 4103"/>
            </a:avLst>
          </a:prstGeom>
          <a:solidFill>
            <a:srgbClr val="0C1726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5" name="Text 8"/>
          <p:cNvSpPr/>
          <p:nvPr/>
        </p:nvSpPr>
        <p:spPr>
          <a:xfrm>
            <a:off x="76809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Locksmith plan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7680960" y="2971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$XXX</a:t>
            </a:r>
            <a:pPr indent="0" marL="0">
              <a:buNone/>
            </a:pPr>
            <a:r>
              <a:rPr lang="en-US" sz="1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</a:t>
            </a:r>
            <a:endParaRPr lang="en-US" sz="4600" dirty="0"/>
          </a:p>
        </p:txBody>
      </p:sp>
      <p:sp>
        <p:nvSpPr>
          <p:cNvPr id="17" name="Text 10"/>
          <p:cNvSpPr/>
          <p:nvPr/>
        </p:nvSpPr>
        <p:spPr>
          <a:xfrm>
            <a:off x="7680960" y="3977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price here — replace before presenting.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7680960" y="4754880"/>
            <a:ext cx="3108960" cy="640080"/>
          </a:xfrm>
          <a:prstGeom prst="roundRect">
            <a:avLst>
              <a:gd name="adj" fmla="val 14286"/>
            </a:avLst>
          </a:prstGeom>
          <a:solidFill>
            <a:srgbClr val="2F6BED"/>
          </a:solidFill>
          <a:ln/>
        </p:spPr>
      </p:sp>
      <p:sp>
        <p:nvSpPr>
          <p:cNvPr id="19" name="Text 12"/>
          <p:cNvSpPr/>
          <p:nvPr/>
        </p:nvSpPr>
        <p:spPr>
          <a:xfrm>
            <a:off x="7680960" y="4754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demo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it yourself — then decide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take our word for it. Call the demo line right now, act like a locked-out customer, and hear exactly what your callers would.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65760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C1726"/>
          </a:solidFill>
          <a:ln/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06908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91640" y="3767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the live demo
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(000) 000-0000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315200" y="2194560"/>
            <a:ext cx="3840480" cy="3886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DF6"/>
            </a:solidFill>
            <a:prstDash val="solid"/>
          </a:ln>
          <a:effectLst>
            <a:outerShdw sx="100000" sy="100000" kx="0" ky="0" algn="bl" rotWithShape="0" blurRad="114300" dist="38100" dir="5400000">
              <a:srgbClr val="0C1726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680960" y="25420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risk to try</a:t>
            </a:r>
            <a:endParaRPr lang="en-US" sz="17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324612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65008" y="3182112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 — hear it on your own number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04488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065008" y="384048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the setup for you</a:t>
            </a:r>
            <a:endParaRPr lang="en-US" sz="12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562856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065008" y="4498848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your number, cancel anytime</a:t>
            </a:r>
            <a:endParaRPr lang="en-US" sz="12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5221224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065008" y="515721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long contract, no per-call fees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3657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and running in a day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0632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2880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96012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set it 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6012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configure your AI receptionist and dispatch number for you.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34340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6344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632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3212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66344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forward your calls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quick setting with your carrier — your number stays the same.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046720" y="256032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4F8FD"/>
          </a:solidFill>
          <a:ln w="12700">
            <a:solidFill>
              <a:srgbClr val="E7EDF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366760" y="2880360"/>
            <a:ext cx="731520" cy="731520"/>
          </a:xfrm>
          <a:prstGeom prst="ellipse">
            <a:avLst/>
          </a:prstGeom>
          <a:solidFill>
            <a:srgbClr val="2F6BED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306324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235440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836676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start arriving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836676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calls turn into texts on your phone, starting the same day.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368" y="137160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your phone answered.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371600" y="33832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free trial demo and see Dispango handle a real call.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724248" y="4160520"/>
            <a:ext cx="2743200" cy="713232"/>
          </a:xfrm>
          <a:prstGeom prst="roundRect">
            <a:avLst>
              <a:gd name="adj" fmla="val 15385"/>
            </a:avLst>
          </a:prstGeom>
          <a:solidFill>
            <a:srgbClr val="2F6BED"/>
          </a:solidFill>
          <a:ln/>
        </p:spPr>
      </p:sp>
      <p:sp>
        <p:nvSpPr>
          <p:cNvPr id="6" name="Text 3"/>
          <p:cNvSpPr/>
          <p:nvPr/>
        </p:nvSpPr>
        <p:spPr>
          <a:xfrm>
            <a:off x="4724248" y="416052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demo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hello@dispango.example   ·   (000) 000-0000   ·   dispango.com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Dispango — demo deck</dc:title>
  <dc:subject>PptxGenJS Presentation</dc:subject>
  <dc:creator>Dispango</dc:creator>
  <cp:lastModifiedBy>Dispango</cp:lastModifiedBy>
  <cp:revision>1</cp:revision>
  <dcterms:created xsi:type="dcterms:W3CDTF">2026-07-07T16:30:49Z</dcterms:created>
  <dcterms:modified xsi:type="dcterms:W3CDTF">2026-07-07T16:30:49Z</dcterms:modified>
</cp:coreProperties>
</file>