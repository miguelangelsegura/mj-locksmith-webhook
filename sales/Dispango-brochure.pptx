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325880"/>
          </a:xfrm>
          <a:prstGeom prst="rect">
            <a:avLst/>
          </a:prstGeom>
          <a:solidFill>
            <a:srgbClr val="0C17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20624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9848" y="402336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Dispango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3657600" y="4572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receptionist for locksmiths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1554480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missed call is a job that</a:t>
            </a:r>
            <a:endParaRPr lang="en-US" sz="2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went to someone else.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502920" y="2578608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Dispango answers in a natural voice, captures the job, and texts you the lead in seconds — 24/7, even when your hands are full.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37844" y="3383280"/>
            <a:ext cx="621792" cy="621792"/>
          </a:xfrm>
          <a:prstGeom prst="ellipse">
            <a:avLst/>
          </a:prstGeom>
          <a:solidFill>
            <a:srgbClr val="EEF3F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148" y="3529584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920" y="4069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comes in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729484" y="3383280"/>
            <a:ext cx="621792" cy="621792"/>
          </a:xfrm>
          <a:prstGeom prst="ellipse">
            <a:avLst/>
          </a:prstGeom>
          <a:solidFill>
            <a:srgbClr val="EEF3F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5788" y="3529584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194560" y="4069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gathers the job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421124" y="3383280"/>
            <a:ext cx="621792" cy="621792"/>
          </a:xfrm>
          <a:prstGeom prst="ellipse">
            <a:avLst/>
          </a:prstGeom>
          <a:solidFill>
            <a:srgbClr val="EEF3FE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7428" y="3529584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886200" y="4069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get a text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6112764" y="3383280"/>
            <a:ext cx="621792" cy="621792"/>
          </a:xfrm>
          <a:prstGeom prst="ellipse">
            <a:avLst/>
          </a:prstGeom>
          <a:solidFill>
            <a:srgbClr val="EEF3FE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9068" y="3529584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577840" y="4069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remembers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502920" y="4892040"/>
            <a:ext cx="3063240" cy="3611880"/>
          </a:xfrm>
          <a:prstGeom prst="roundRect">
            <a:avLst>
              <a:gd name="adj" fmla="val 4179"/>
            </a:avLst>
          </a:prstGeom>
          <a:solidFill>
            <a:srgbClr val="0E1A2B"/>
          </a:solidFill>
          <a:ln/>
          <a:effectLst>
            <a:outerShdw sx="100000" sy="100000" kx="0" ky="0" algn="bl" rotWithShape="0" blurRad="101600" dist="25400" dir="5400000">
              <a:srgbClr val="0C1726">
                <a:alpha val="10000"/>
              </a:srgbClr>
            </a:outerShdw>
          </a:effectLst>
        </p:spPr>
      </p:sp>
      <p:sp>
        <p:nvSpPr>
          <p:cNvPr id="21" name="Text 14"/>
          <p:cNvSpPr/>
          <p:nvPr/>
        </p:nvSpPr>
        <p:spPr>
          <a:xfrm>
            <a:off x="758952" y="5120640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5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LANDS ON YOUR PHONE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758952" y="5458968"/>
            <a:ext cx="2551176" cy="685800"/>
          </a:xfrm>
          <a:prstGeom prst="roundRect">
            <a:avLst>
              <a:gd name="adj" fmla="val 13333"/>
            </a:avLst>
          </a:prstGeom>
          <a:solidFill>
            <a:srgbClr val="152538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641848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252728" y="5532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call · 2:14 AM</a:t>
            </a:r>
            <a:endParaRPr lang="en-US" sz="850" dirty="0"/>
          </a:p>
        </p:txBody>
      </p:sp>
      <p:sp>
        <p:nvSpPr>
          <p:cNvPr id="25" name="Text 17"/>
          <p:cNvSpPr/>
          <p:nvPr/>
        </p:nvSpPr>
        <p:spPr>
          <a:xfrm>
            <a:off x="1252728" y="5760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BE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(416) 555-0142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758952" y="6263640"/>
            <a:ext cx="2551176" cy="2011680"/>
          </a:xfrm>
          <a:prstGeom prst="roundRect">
            <a:avLst>
              <a:gd name="adj" fmla="val 5455"/>
            </a:avLst>
          </a:prstGeom>
          <a:solidFill>
            <a:srgbClr val="1B3050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6428232"/>
            <a:ext cx="219456" cy="219456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197864" y="64282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8A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DISPANGO</a:t>
            </a:r>
            <a:endParaRPr lang="en-US" sz="950" dirty="0"/>
          </a:p>
        </p:txBody>
      </p:sp>
      <p:sp>
        <p:nvSpPr>
          <p:cNvPr id="29" name="Text 20"/>
          <p:cNvSpPr/>
          <p:nvPr/>
        </p:nvSpPr>
        <p:spPr>
          <a:xfrm>
            <a:off x="914400" y="6739128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 — car lockout
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F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back: (416) 555-0142
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F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Where: Queen St W &amp; Bathurst
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F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 Marcus
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F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Notes: keys locked in running car, toddler inside.</a:t>
            </a:r>
            <a:endParaRPr lang="en-US" sz="950" dirty="0"/>
          </a:p>
        </p:txBody>
      </p:sp>
      <p:sp>
        <p:nvSpPr>
          <p:cNvPr id="30" name="Text 21"/>
          <p:cNvSpPr/>
          <p:nvPr/>
        </p:nvSpPr>
        <p:spPr>
          <a:xfrm>
            <a:off x="3886200" y="4937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locksmiths choose Dispango</a:t>
            </a:r>
            <a:endParaRPr lang="en-US" sz="14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86200" y="5458968"/>
            <a:ext cx="237744" cy="237744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251960" y="5404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every lead</a:t>
            </a:r>
            <a:endParaRPr lang="en-US" sz="1200" dirty="0"/>
          </a:p>
        </p:txBody>
      </p:sp>
      <p:sp>
        <p:nvSpPr>
          <p:cNvPr id="33" name="Text 23"/>
          <p:cNvSpPr/>
          <p:nvPr/>
        </p:nvSpPr>
        <p:spPr>
          <a:xfrm>
            <a:off x="4251960" y="56601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after hours or while on a job.</a:t>
            </a:r>
            <a:endParaRPr lang="en-US" sz="1000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86200" y="6062472"/>
            <a:ext cx="237744" cy="237744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4251960" y="60076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your number</a:t>
            </a:r>
            <a:endParaRPr lang="en-US" sz="1200" dirty="0"/>
          </a:p>
        </p:txBody>
      </p:sp>
      <p:sp>
        <p:nvSpPr>
          <p:cNvPr id="36" name="Text 25"/>
          <p:cNvSpPr/>
          <p:nvPr/>
        </p:nvSpPr>
        <p:spPr>
          <a:xfrm>
            <a:off x="4251960" y="6263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the line already on your truck.</a:t>
            </a:r>
            <a:endParaRPr lang="en-US" sz="1000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86200" y="6665976"/>
            <a:ext cx="237744" cy="237744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4251960" y="66111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Sounds human</a:t>
            </a:r>
            <a:endParaRPr lang="en-US" sz="1200" dirty="0"/>
          </a:p>
        </p:txBody>
      </p:sp>
      <p:sp>
        <p:nvSpPr>
          <p:cNvPr id="39" name="Text 27"/>
          <p:cNvSpPr/>
          <p:nvPr/>
        </p:nvSpPr>
        <p:spPr>
          <a:xfrm>
            <a:off x="4251960" y="68671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natural voice, not a robot.</a:t>
            </a:r>
            <a:endParaRPr lang="en-US" sz="1000" dirty="0"/>
          </a:p>
        </p:txBody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86200" y="7269480"/>
            <a:ext cx="237744" cy="237744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4251960" y="72146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the junk</a:t>
            </a:r>
            <a:endParaRPr lang="en-US" sz="1200" dirty="0"/>
          </a:p>
        </p:txBody>
      </p:sp>
      <p:sp>
        <p:nvSpPr>
          <p:cNvPr id="42" name="Text 29"/>
          <p:cNvSpPr/>
          <p:nvPr/>
        </p:nvSpPr>
        <p:spPr>
          <a:xfrm>
            <a:off x="4251960" y="74706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numbers handled — only real jobs.</a:t>
            </a:r>
            <a:endParaRPr lang="en-US" sz="1000" dirty="0"/>
          </a:p>
        </p:txBody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86200" y="7872984"/>
            <a:ext cx="237744" cy="237744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4251960" y="7818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 a day</a:t>
            </a:r>
            <a:endParaRPr lang="en-US" sz="1200" dirty="0"/>
          </a:p>
        </p:txBody>
      </p:sp>
      <p:sp>
        <p:nvSpPr>
          <p:cNvPr id="45" name="Text 31"/>
          <p:cNvSpPr/>
          <p:nvPr/>
        </p:nvSpPr>
        <p:spPr>
          <a:xfrm>
            <a:off x="4251960" y="8074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set it up; you forward your calls.</a:t>
            </a:r>
            <a:endParaRPr lang="en-US" sz="1000" dirty="0"/>
          </a:p>
        </p:txBody>
      </p:sp>
      <p:sp>
        <p:nvSpPr>
          <p:cNvPr id="46" name="Shape 32"/>
          <p:cNvSpPr/>
          <p:nvPr/>
        </p:nvSpPr>
        <p:spPr>
          <a:xfrm>
            <a:off x="0" y="8732520"/>
            <a:ext cx="7772400" cy="1325880"/>
          </a:xfrm>
          <a:prstGeom prst="rect">
            <a:avLst/>
          </a:prstGeom>
          <a:solidFill>
            <a:srgbClr val="0C1726"/>
          </a:solidFill>
          <a:ln/>
        </p:spPr>
      </p:sp>
      <p:sp>
        <p:nvSpPr>
          <p:cNvPr id="47" name="Text 33"/>
          <p:cNvSpPr/>
          <p:nvPr/>
        </p:nvSpPr>
        <p:spPr>
          <a:xfrm>
            <a:off x="502920" y="89428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stop missing calls?</a:t>
            </a:r>
            <a:endParaRPr lang="en-US" sz="1700" dirty="0"/>
          </a:p>
        </p:txBody>
      </p:sp>
      <p:sp>
        <p:nvSpPr>
          <p:cNvPr id="48" name="Text 34"/>
          <p:cNvSpPr/>
          <p:nvPr/>
        </p:nvSpPr>
        <p:spPr>
          <a:xfrm>
            <a:off x="502920" y="94000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15-minute demo — watch Dispango handle a real call.</a:t>
            </a:r>
            <a:endParaRPr lang="en-US" sz="1100" dirty="0"/>
          </a:p>
        </p:txBody>
      </p:sp>
      <p:sp>
        <p:nvSpPr>
          <p:cNvPr id="49" name="Text 35"/>
          <p:cNvSpPr/>
          <p:nvPr/>
        </p:nvSpPr>
        <p:spPr>
          <a:xfrm>
            <a:off x="502920" y="97109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hello@dispango.example   ·   (000) 000-0000   ·   dispango.com</a:t>
            </a:r>
            <a:endParaRPr lang="en-US" sz="1000" dirty="0"/>
          </a:p>
        </p:txBody>
      </p:sp>
      <p:sp>
        <p:nvSpPr>
          <p:cNvPr id="50" name="Shape 36"/>
          <p:cNvSpPr/>
          <p:nvPr/>
        </p:nvSpPr>
        <p:spPr>
          <a:xfrm>
            <a:off x="5623560" y="9098280"/>
            <a:ext cx="1645920" cy="603504"/>
          </a:xfrm>
          <a:prstGeom prst="roundRect">
            <a:avLst>
              <a:gd name="adj" fmla="val 15152"/>
            </a:avLst>
          </a:prstGeom>
          <a:solidFill>
            <a:srgbClr val="2F6BED"/>
          </a:solidFill>
          <a:ln/>
        </p:spPr>
      </p:sp>
      <p:sp>
        <p:nvSpPr>
          <p:cNvPr id="51" name="Text 37"/>
          <p:cNvSpPr/>
          <p:nvPr/>
        </p:nvSpPr>
        <p:spPr>
          <a:xfrm>
            <a:off x="5623560" y="9098280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demo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2026-06-26T11:25:11Z</dcterms:created>
  <dcterms:modified xsi:type="dcterms:W3CDTF">2026-06-26T11:25:11Z</dcterms:modified>
</cp:coreProperties>
</file>